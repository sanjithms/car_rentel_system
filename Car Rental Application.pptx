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14.xml" ContentType="application/vnd.openxmlformats-officedocument.presentationml.slideLayout+xml"/>
  <Override PartName="/ppt/theme/theme13.xml" ContentType="application/vnd.openxmlformats-officedocument.theme+xml"/>
  <Override PartName="/ppt/slideLayouts/slideLayout15.xml" ContentType="application/vnd.openxmlformats-officedocument.presentationml.slideLayout+xml"/>
  <Override PartName="/ppt/theme/theme14.xml" ContentType="application/vnd.openxmlformats-officedocument.theme+xml"/>
  <Override PartName="/ppt/slideLayouts/slideLayout16.xml" ContentType="application/vnd.openxmlformats-officedocument.presentationml.slideLayout+xml"/>
  <Override PartName="/ppt/theme/theme15.xml" ContentType="application/vnd.openxmlformats-officedocument.theme+xml"/>
  <Override PartName="/ppt/slideLayouts/slideLayout17.xml" ContentType="application/vnd.openxmlformats-officedocument.presentationml.slideLayout+xml"/>
  <Override PartName="/ppt/theme/theme16.xml" ContentType="application/vnd.openxmlformats-officedocument.theme+xml"/>
  <Override PartName="/ppt/slideLayouts/slideLayout18.xml" ContentType="application/vnd.openxmlformats-officedocument.presentationml.slideLayout+xml"/>
  <Override PartName="/ppt/theme/theme17.xml" ContentType="application/vnd.openxmlformats-officedocument.theme+xml"/>
  <Override PartName="/ppt/slideLayouts/slideLayout19.xml" ContentType="application/vnd.openxmlformats-officedocument.presentationml.slideLayout+xml"/>
  <Override PartName="/ppt/theme/theme18.xml" ContentType="application/vnd.openxmlformats-officedocument.theme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slideLayouts/slideLayout21.xml" ContentType="application/vnd.openxmlformats-officedocument.presentationml.slideLayout+xml"/>
  <Override PartName="/ppt/theme/theme20.xml" ContentType="application/vnd.openxmlformats-officedocument.theme+xml"/>
  <Override PartName="/ppt/slideLayouts/slideLayout22.xml" ContentType="application/vnd.openxmlformats-officedocument.presentationml.slideLayout+xml"/>
  <Override PartName="/ppt/theme/theme21.xml" ContentType="application/vnd.openxmlformats-officedocument.theme+xml"/>
  <Override PartName="/ppt/slideLayouts/slideLayout23.xml" ContentType="application/vnd.openxmlformats-officedocument.presentationml.slideLayout+xml"/>
  <Override PartName="/ppt/theme/theme22.xml" ContentType="application/vnd.openxmlformats-officedocument.theme+xml"/>
  <Override PartName="/ppt/slideLayouts/slideLayout24.xml" ContentType="application/vnd.openxmlformats-officedocument.presentationml.slideLayout+xml"/>
  <Override PartName="/ppt/theme/theme23.xml" ContentType="application/vnd.openxmlformats-officedocument.theme+xml"/>
  <Override PartName="/ppt/slideLayouts/slideLayout25.xml" ContentType="application/vnd.openxmlformats-officedocument.presentationml.slideLayout+xml"/>
  <Override PartName="/ppt/theme/theme2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  <p:sldMasterId id="2147483690" r:id="rId21"/>
    <p:sldMasterId id="2147483692" r:id="rId22"/>
    <p:sldMasterId id="2147483694" r:id="rId23"/>
    <p:sldMasterId id="2147483696" r:id="rId24"/>
  </p:sldMasterIdLst>
  <p:sldIdLst>
    <p:sldId id="267" r:id="rId25"/>
    <p:sldId id="256" r:id="rId26"/>
    <p:sldId id="257" r:id="rId27"/>
    <p:sldId id="271" r:id="rId28"/>
    <p:sldId id="258" r:id="rId29"/>
    <p:sldId id="276" r:id="rId30"/>
    <p:sldId id="275" r:id="rId31"/>
    <p:sldId id="274" r:id="rId32"/>
    <p:sldId id="268" r:id="rId33"/>
    <p:sldId id="270" r:id="rId34"/>
    <p:sldId id="273" r:id="rId35"/>
    <p:sldId id="272" r:id="rId36"/>
    <p:sldId id="266" r:id="rId37"/>
    <p:sldId id="269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2.xml"/><Relationship Id="rId39" Type="http://schemas.openxmlformats.org/officeDocument/2006/relationships/presProps" Target="presProps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0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97268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3"/>
          <a:srcRect l="372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11920" y="490680"/>
            <a:ext cx="5024520" cy="175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585760" y="691200"/>
            <a:ext cx="3469320" cy="445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accent1"/>
                </a:solidFill>
                <a:latin typeface="Goldman"/>
                <a:ea typeface="Goldman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4;p13"/>
          <p:cNvPicPr/>
          <p:nvPr/>
        </p:nvPicPr>
        <p:blipFill>
          <a:blip r:embed="rId3"/>
          <a:stretch/>
        </p:blipFill>
        <p:spPr>
          <a:xfrm>
            <a:off x="0" y="360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82240" y="3918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2240" y="28555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282960" y="23241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282240" y="3386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282240" y="444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5221440" y="308520"/>
            <a:ext cx="3631320" cy="100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/>
          <p:cNvPicPr/>
          <p:nvPr/>
        </p:nvPicPr>
        <p:blipFill>
          <a:blip r:embed="rId3"/>
          <a:srcRect l="616"/>
          <a:stretch/>
        </p:blipFill>
        <p:spPr>
          <a:xfrm>
            <a:off x="0" y="0"/>
            <a:ext cx="9087120" cy="514332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77600" y="485640"/>
            <a:ext cx="7175520" cy="135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1;p15"/>
          <p:cNvPicPr/>
          <p:nvPr/>
        </p:nvPicPr>
        <p:blipFill>
          <a:blip r:embed="rId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2969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222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3157560" y="304920"/>
            <a:ext cx="591840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505680" y="1961280"/>
            <a:ext cx="5349960" cy="283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9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317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21" name="Google Shape;77;p16"/>
          <p:cNvPicPr/>
          <p:nvPr/>
        </p:nvPicPr>
        <p:blipFill>
          <a:blip r:embed="rId3"/>
          <a:srcRect l="-13357" t="4877" r="13357" b="52464"/>
          <a:stretch/>
        </p:blipFill>
        <p:spPr>
          <a:xfrm rot="10800000">
            <a:off x="360" y="3031920"/>
            <a:ext cx="9143640" cy="2111400"/>
          </a:xfrm>
          <a:prstGeom prst="rect">
            <a:avLst/>
          </a:prstGeom>
          <a:ln w="0">
            <a:noFill/>
          </a:ln>
        </p:spPr>
      </p:pic>
      <p:pic>
        <p:nvPicPr>
          <p:cNvPr id="22" name="Google Shape;78;p16"/>
          <p:cNvPicPr/>
          <p:nvPr/>
        </p:nvPicPr>
        <p:blipFill>
          <a:blip r:embed="rId4"/>
          <a:srcRect l="72344" t="25162" r="853" b="22599"/>
          <a:stretch/>
        </p:blipFill>
        <p:spPr>
          <a:xfrm>
            <a:off x="6694200" y="0"/>
            <a:ext cx="2449440" cy="25858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81;p17"/>
          <p:cNvPicPr/>
          <p:nvPr/>
        </p:nvPicPr>
        <p:blipFill>
          <a:blip r:embed="rId3"/>
          <a:srcRect l="-24476" t="2369" r="24476" b="-2369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3;p18"/>
          <p:cNvPicPr/>
          <p:nvPr/>
        </p:nvPicPr>
        <p:blipFill>
          <a:blip r:embed="rId3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079080" y="2207160"/>
            <a:ext cx="920520" cy="43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413280" y="2207160"/>
            <a:ext cx="92052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5746320" y="2207160"/>
            <a:ext cx="920520" cy="43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413280" y="309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2;p19"/>
          <p:cNvPicPr/>
          <p:nvPr/>
        </p:nvPicPr>
        <p:blipFill>
          <a:blip r:embed="rId3"/>
          <a:stretch/>
        </p:blipFill>
        <p:spPr>
          <a:xfrm rot="10800000" flipH="1">
            <a:off x="0" y="192240"/>
            <a:ext cx="9143640" cy="495108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531648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5316480" y="166788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2865240" y="1668240"/>
            <a:ext cx="792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title"/>
          </p:nvPr>
        </p:nvSpPr>
        <p:spPr>
          <a:xfrm>
            <a:off x="286452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title"/>
          </p:nvPr>
        </p:nvSpPr>
        <p:spPr>
          <a:xfrm>
            <a:off x="412200" y="166788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title"/>
          </p:nvPr>
        </p:nvSpPr>
        <p:spPr>
          <a:xfrm>
            <a:off x="41220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65560" y="510480"/>
            <a:ext cx="4192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565560" y="1970280"/>
            <a:ext cx="4192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strike="noStrike" spc="-1">
                <a:solidFill>
                  <a:schemeClr val="lt2"/>
                </a:solidFill>
                <a:latin typeface="Goldman"/>
                <a:ea typeface="Goldman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0" name="Google Shape;111;p20"/>
          <p:cNvPicPr/>
          <p:nvPr/>
        </p:nvPicPr>
        <p:blipFill>
          <a:blip r:embed="rId3"/>
          <a:srcRect l="659" r="5106" b="5177"/>
          <a:stretch/>
        </p:blipFill>
        <p:spPr>
          <a:xfrm rot="10800000">
            <a:off x="56880" y="0"/>
            <a:ext cx="9087120" cy="514332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112;p20"/>
          <p:cNvPicPr/>
          <p:nvPr/>
        </p:nvPicPr>
        <p:blipFill>
          <a:blip r:embed="rId4"/>
          <a:srcRect l="73197" t="14242" b="33519"/>
          <a:stretch/>
        </p:blipFill>
        <p:spPr>
          <a:xfrm rot="10800000">
            <a:off x="360" y="2557440"/>
            <a:ext cx="2449440" cy="258588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836600" y="1193400"/>
            <a:ext cx="4307040" cy="39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4;p3"/>
          <p:cNvPicPr/>
          <p:nvPr/>
        </p:nvPicPr>
        <p:blipFill>
          <a:blip r:embed="rId3"/>
          <a:srcRect l="373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70080" y="2355480"/>
            <a:ext cx="4792680" cy="158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6351120" y="15264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Goldman"/>
                <a:ea typeface="Goldman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95520" y="1507320"/>
            <a:ext cx="3948480" cy="297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20;p4"/>
          <p:cNvPicPr/>
          <p:nvPr/>
        </p:nvPicPr>
        <p:blipFill>
          <a:blip r:embed="rId3"/>
          <a:srcRect t="-7978" b="7978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124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13280" y="1089000"/>
            <a:ext cx="8124840" cy="343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24;p5"/>
          <p:cNvGrpSpPr/>
          <p:nvPr/>
        </p:nvGrpSpPr>
        <p:grpSpPr>
          <a:xfrm>
            <a:off x="0" y="0"/>
            <a:ext cx="9143640" cy="5143680"/>
            <a:chOff x="0" y="0"/>
            <a:chExt cx="9143640" cy="5143680"/>
          </a:xfrm>
        </p:grpSpPr>
        <p:pic>
          <p:nvPicPr>
            <p:cNvPr id="57" name="Google Shape;25;p5"/>
            <p:cNvPicPr/>
            <p:nvPr/>
          </p:nvPicPr>
          <p:blipFill>
            <a:blip r:embed="rId3"/>
            <a:srcRect l="734" t="14280" r="5031" b="-9100"/>
            <a:stretch/>
          </p:blipFill>
          <p:spPr>
            <a:xfrm rot="10800000" flipH="1">
              <a:off x="0" y="0"/>
              <a:ext cx="908712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8" name="Google Shape;26;p5"/>
            <p:cNvPicPr/>
            <p:nvPr/>
          </p:nvPicPr>
          <p:blipFill>
            <a:blip r:embed="rId4"/>
            <a:srcRect l="72344" t="21048" r="853" b="26716"/>
            <a:stretch/>
          </p:blipFill>
          <p:spPr>
            <a:xfrm>
              <a:off x="6694200" y="0"/>
              <a:ext cx="2449440" cy="2585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0" y="1831320"/>
            <a:ext cx="3782160" cy="244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4;p6"/>
          <p:cNvPicPr/>
          <p:nvPr/>
        </p:nvPicPr>
        <p:blipFill>
          <a:blip r:embed="rId3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339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3333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228600" y="4666320"/>
            <a:ext cx="3355560" cy="248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26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29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BC1B-A199-10F4-248A-C8080F43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>
            <a:extLst>
              <a:ext uri="{FF2B5EF4-FFF2-40B4-BE49-F238E27FC236}">
                <a16:creationId xmlns:a16="http://schemas.microsoft.com/office/drawing/2014/main" id="{120F36CF-1948-3166-EFA6-37DB0775E065}"/>
              </a:ext>
            </a:extLst>
          </p:cNvPr>
          <p:cNvSpPr txBox="1">
            <a:spLocks/>
          </p:cNvSpPr>
          <p:nvPr/>
        </p:nvSpPr>
        <p:spPr>
          <a:xfrm>
            <a:off x="680225" y="210942"/>
            <a:ext cx="8028877" cy="8149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3600" b="1" spc="-1" dirty="0">
                <a:solidFill>
                  <a:schemeClr val="dk1"/>
                </a:solidFill>
                <a:latin typeface="Times New Roman" panose="02020603050405020304" pitchFamily="18" charset="0"/>
                <a:ea typeface="Goldman"/>
                <a:cs typeface="Times New Roman" panose="02020603050405020304" pitchFamily="18" charset="0"/>
              </a:rPr>
              <a:t>Car Rental Application Using Java</a:t>
            </a:r>
            <a:endParaRPr lang="fr-FR" sz="3600" b="1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F7FD8A-F74A-F017-3BD2-EA8ADCAAD7C1}"/>
              </a:ext>
            </a:extLst>
          </p:cNvPr>
          <p:cNvGrpSpPr/>
          <p:nvPr/>
        </p:nvGrpSpPr>
        <p:grpSpPr>
          <a:xfrm>
            <a:off x="1434790" y="1368690"/>
            <a:ext cx="6178117" cy="3026277"/>
            <a:chOff x="1434790" y="1621447"/>
            <a:chExt cx="6178117" cy="302627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46D9D59-596A-4BC3-1CC0-A2449DE50807}"/>
                </a:ext>
              </a:extLst>
            </p:cNvPr>
            <p:cNvGrpSpPr/>
            <p:nvPr/>
          </p:nvGrpSpPr>
          <p:grpSpPr>
            <a:xfrm>
              <a:off x="1739252" y="3350159"/>
              <a:ext cx="5847634" cy="1297565"/>
              <a:chOff x="1739252" y="3350159"/>
              <a:chExt cx="5847634" cy="129756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3A5B839-4972-1AFC-B008-6D1DB6F39532}"/>
                  </a:ext>
                </a:extLst>
              </p:cNvPr>
              <p:cNvGrpSpPr/>
              <p:nvPr/>
            </p:nvGrpSpPr>
            <p:grpSpPr>
              <a:xfrm>
                <a:off x="5653340" y="3353031"/>
                <a:ext cx="1933546" cy="1132079"/>
                <a:chOff x="5653340" y="3353031"/>
                <a:chExt cx="1933546" cy="1132079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1501100-3A9C-9D71-12F7-0E81BD853D0E}"/>
                    </a:ext>
                  </a:extLst>
                </p:cNvPr>
                <p:cNvSpPr txBox="1"/>
                <p:nvPr/>
              </p:nvSpPr>
              <p:spPr>
                <a:xfrm>
                  <a:off x="5653340" y="3353031"/>
                  <a:ext cx="17514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Submitted to</a:t>
                  </a:r>
                  <a:r>
                    <a:rPr lang="en-IN" b="1" dirty="0">
                      <a:latin typeface="Times New Roman" panose="02020603050405020304" pitchFamily="18" charset="0"/>
                      <a:ea typeface="Times New Roman"/>
                      <a:cs typeface="Times New Roman" panose="02020603050405020304" pitchFamily="18" charset="0"/>
                      <a:sym typeface="Times New Roman"/>
                    </a:rPr>
                    <a:t>,</a:t>
                  </a:r>
                  <a:endParaRPr lang="en-US" b="1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38359B4-7B06-A330-79C0-A66950898E9C}"/>
                    </a:ext>
                  </a:extLst>
                </p:cNvPr>
                <p:cNvGrpSpPr/>
                <p:nvPr/>
              </p:nvGrpSpPr>
              <p:grpSpPr>
                <a:xfrm>
                  <a:off x="5835476" y="3706151"/>
                  <a:ext cx="1751410" cy="778959"/>
                  <a:chOff x="5835476" y="3706151"/>
                  <a:chExt cx="1751410" cy="778959"/>
                </a:xfrm>
              </p:grpSpPr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EA68E20-BB9D-BACC-408A-32E0ED583A71}"/>
                      </a:ext>
                    </a:extLst>
                  </p:cNvPr>
                  <p:cNvSpPr txBox="1"/>
                  <p:nvPr/>
                </p:nvSpPr>
                <p:spPr>
                  <a:xfrm>
                    <a:off x="5835476" y="3706151"/>
                    <a:ext cx="16897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Pooja Ramaraj</a:t>
                    </a:r>
                    <a:endParaRPr lang="en-IN" sz="1400" dirty="0"/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BA4C7E3-60F3-CC25-2A5C-62EC46064A7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5476" y="3961890"/>
                    <a:ext cx="1751410" cy="523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The Technical Trainer of </a:t>
                    </a:r>
                    <a:r>
                      <a:rPr lang="en-US" sz="1400" dirty="0" err="1"/>
                      <a:t>ByteXL</a:t>
                    </a:r>
                    <a:endParaRPr lang="en-IN" sz="1400" dirty="0"/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8E5EB4A-5A2C-8CE3-CA9E-9DF63DB40793}"/>
                  </a:ext>
                </a:extLst>
              </p:cNvPr>
              <p:cNvGrpSpPr/>
              <p:nvPr/>
            </p:nvGrpSpPr>
            <p:grpSpPr>
              <a:xfrm>
                <a:off x="1739252" y="3350159"/>
                <a:ext cx="1874080" cy="1297565"/>
                <a:chOff x="1739252" y="3350159"/>
                <a:chExt cx="1874080" cy="129756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E00FD2-E2B9-465F-8162-924E3B12B08D}"/>
                    </a:ext>
                  </a:extLst>
                </p:cNvPr>
                <p:cNvSpPr txBox="1"/>
                <p:nvPr/>
              </p:nvSpPr>
              <p:spPr>
                <a:xfrm>
                  <a:off x="1739252" y="3350159"/>
                  <a:ext cx="175141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Submitted </a:t>
                  </a:r>
                  <a:r>
                    <a:rPr lang="en-IN" b="1" dirty="0">
                      <a:latin typeface="Times New Roman" panose="02020603050405020304" pitchFamily="18" charset="0"/>
                      <a:ea typeface="Times New Roman"/>
                      <a:cs typeface="Times New Roman" panose="02020603050405020304" pitchFamily="18" charset="0"/>
                      <a:sym typeface="Times New Roman"/>
                    </a:rPr>
                    <a:t>b</a:t>
                  </a:r>
                  <a:r>
                    <a:rPr lang="en-I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y,</a:t>
                  </a: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4E0C072-6A3D-9775-9842-E1D36EBDFF1E}"/>
                    </a:ext>
                  </a:extLst>
                </p:cNvPr>
                <p:cNvGrpSpPr/>
                <p:nvPr/>
              </p:nvGrpSpPr>
              <p:grpSpPr>
                <a:xfrm>
                  <a:off x="1916147" y="3678200"/>
                  <a:ext cx="1697185" cy="969524"/>
                  <a:chOff x="1916147" y="3678200"/>
                  <a:chExt cx="1697185" cy="969524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80DCEC26-4B80-6E93-B018-12AD3875381A}"/>
                      </a:ext>
                    </a:extLst>
                  </p:cNvPr>
                  <p:cNvSpPr txBox="1"/>
                  <p:nvPr/>
                </p:nvSpPr>
                <p:spPr>
                  <a:xfrm>
                    <a:off x="1917242" y="3678200"/>
                    <a:ext cx="16897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Adhithya S</a:t>
                    </a:r>
                    <a:endParaRPr lang="en-IN" sz="1400" dirty="0"/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4E859F2-DDD2-9EA2-50ED-B84C752B878F}"/>
                      </a:ext>
                    </a:extLst>
                  </p:cNvPr>
                  <p:cNvSpPr txBox="1"/>
                  <p:nvPr/>
                </p:nvSpPr>
                <p:spPr>
                  <a:xfrm>
                    <a:off x="1916147" y="4109487"/>
                    <a:ext cx="16897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Anand R</a:t>
                    </a:r>
                    <a:endParaRPr lang="en-IN" sz="1400" dirty="0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0AC96EE1-1CEE-30AC-29BE-28232F951FCE}"/>
                      </a:ext>
                    </a:extLst>
                  </p:cNvPr>
                  <p:cNvSpPr txBox="1"/>
                  <p:nvPr/>
                </p:nvSpPr>
                <p:spPr>
                  <a:xfrm>
                    <a:off x="1917241" y="3897100"/>
                    <a:ext cx="16897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Akash M</a:t>
                    </a:r>
                    <a:endParaRPr lang="en-IN" sz="1400" dirty="0"/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F5FCCEC-C9E4-ACB7-E976-FC5C4F6D8F83}"/>
                      </a:ext>
                    </a:extLst>
                  </p:cNvPr>
                  <p:cNvSpPr txBox="1"/>
                  <p:nvPr/>
                </p:nvSpPr>
                <p:spPr>
                  <a:xfrm>
                    <a:off x="1923587" y="4339947"/>
                    <a:ext cx="16897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 dirty="0"/>
                      <a:t>Sanjith MS</a:t>
                    </a:r>
                    <a:endParaRPr lang="en-IN" sz="1400" dirty="0"/>
                  </a:p>
                </p:txBody>
              </p:sp>
            </p:grp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3ABD996-3197-148C-0FAF-ACAB2986DF3B}"/>
                </a:ext>
              </a:extLst>
            </p:cNvPr>
            <p:cNvGrpSpPr/>
            <p:nvPr/>
          </p:nvGrpSpPr>
          <p:grpSpPr>
            <a:xfrm>
              <a:off x="1434790" y="1621447"/>
              <a:ext cx="6178117" cy="1618983"/>
              <a:chOff x="1434790" y="1621447"/>
              <a:chExt cx="6178117" cy="1618983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87E6AF8D-522B-196F-1D90-D368059FE1FE}"/>
                  </a:ext>
                </a:extLst>
              </p:cNvPr>
              <p:cNvSpPr/>
              <p:nvPr/>
            </p:nvSpPr>
            <p:spPr>
              <a:xfrm>
                <a:off x="1854154" y="1621447"/>
                <a:ext cx="1112073" cy="814976"/>
              </a:xfrm>
              <a:custGeom>
                <a:avLst/>
                <a:gdLst/>
                <a:ahLst/>
                <a:cxnLst/>
                <a:rect l="l" t="t" r="r" b="b"/>
                <a:pathLst>
                  <a:path w="2239016" h="2132663">
                    <a:moveTo>
                      <a:pt x="0" y="0"/>
                    </a:moveTo>
                    <a:lnTo>
                      <a:pt x="2239016" y="0"/>
                    </a:lnTo>
                    <a:lnTo>
                      <a:pt x="2239016" y="2132663"/>
                    </a:lnTo>
                    <a:lnTo>
                      <a:pt x="0" y="2132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A35448A-5D9B-E50D-89D3-B4B3BAAE6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42025" y="1634573"/>
                <a:ext cx="1692426" cy="640045"/>
              </a:xfrm>
              <a:prstGeom prst="rect">
                <a:avLst/>
              </a:prstGeom>
            </p:spPr>
          </p:pic>
          <p:sp>
            <p:nvSpPr>
              <p:cNvPr id="28" name="PlaceHolder 1">
                <a:extLst>
                  <a:ext uri="{FF2B5EF4-FFF2-40B4-BE49-F238E27FC236}">
                    <a16:creationId xmlns:a16="http://schemas.microsoft.com/office/drawing/2014/main" id="{BE3205A5-1C61-5CCE-4000-A457564757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4790" y="2402967"/>
                <a:ext cx="6152095" cy="45460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91440" rIns="91440" bIns="91440" anchor="b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fr-FR" sz="2000" b="1" spc="-1" dirty="0" err="1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Paavai</a:t>
                </a:r>
                <a:r>
                  <a:rPr lang="fr-FR" sz="2000" b="1" spc="-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Engineering </a:t>
                </a:r>
                <a:r>
                  <a:rPr lang="fr-FR" sz="2000" b="1" spc="-1" dirty="0" err="1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College</a:t>
                </a:r>
                <a:r>
                  <a:rPr lang="fr-FR" sz="2000" b="1" spc="-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Namakkal</a:t>
                </a:r>
              </a:p>
            </p:txBody>
          </p:sp>
          <p:sp>
            <p:nvSpPr>
              <p:cNvPr id="29" name="PlaceHolder 1">
                <a:extLst>
                  <a:ext uri="{FF2B5EF4-FFF2-40B4-BE49-F238E27FC236}">
                    <a16:creationId xmlns:a16="http://schemas.microsoft.com/office/drawing/2014/main" id="{CC73B02B-9FE4-1B08-B226-FC32C20B0B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60812" y="2785823"/>
                <a:ext cx="6152095" cy="45460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91440" rIns="91440" bIns="91440" anchor="b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1600" dirty="0" err="1"/>
                  <a:t>Submitted</a:t>
                </a:r>
                <a:r>
                  <a:rPr lang="fr-FR" sz="1600" dirty="0"/>
                  <a:t> to the Trainer of </a:t>
                </a:r>
                <a:r>
                  <a:rPr lang="fr-FR" sz="1600" dirty="0" err="1"/>
                  <a:t>ByteXL</a:t>
                </a:r>
                <a:endParaRPr lang="en-IN" sz="1600" dirty="0">
                  <a:effectLst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56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0F07B0B2-4468-8CED-1F70-2085EC5D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636" y="461037"/>
            <a:ext cx="3040856" cy="63178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Goldman"/>
                <a:cs typeface="Times New Roman" panose="02020603050405020304" pitchFamily="18" charset="0"/>
              </a:rPr>
              <a:t>Introduction</a:t>
            </a:r>
            <a:endParaRPr lang="fr-FR" sz="40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94AB7-2B6F-761F-456F-FD319DE2B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167" r="90000">
                        <a14:foregroundMark x1="43917" y1="19750" x2="43917" y2="19750"/>
                        <a14:foregroundMark x1="8167" y1="39833" x2="8167" y2="39833"/>
                        <a14:foregroundMark x1="54250" y1="73167" x2="54250" y2="73167"/>
                        <a14:foregroundMark x1="54250" y1="72583" x2="54250" y2="70917"/>
                        <a14:foregroundMark x1="54667" y1="78250" x2="54667" y2="76250"/>
                        <a14:foregroundMark x1="50167" y1="73583" x2="53250" y2="78250"/>
                        <a14:foregroundMark x1="55667" y1="78250" x2="59583" y2="66917"/>
                        <a14:foregroundMark x1="51250" y1="60000" x2="56083" y2="6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0579"/>
            <a:ext cx="4490224" cy="449022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4AD9E322-657A-2019-5074-27D071937654}"/>
              </a:ext>
            </a:extLst>
          </p:cNvPr>
          <p:cNvSpPr txBox="1">
            <a:spLocks/>
          </p:cNvSpPr>
          <p:nvPr/>
        </p:nvSpPr>
        <p:spPr>
          <a:xfrm>
            <a:off x="312234" y="1413657"/>
            <a:ext cx="4490224" cy="3268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Rental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is a mini-application developed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,Object-Oriented Programming (OOP)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 and DSA core concept.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simulate the real-world process of renting and returning cars through a command-line interface.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available cars, rent them for specific days, and return them later.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keeps track of customer information, rental details, and car availability.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94014" y="438733"/>
            <a:ext cx="4646341" cy="7655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4000" b="1" dirty="0"/>
              <a:t> Statement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3ECC277-F894-7345-D718-57B18139C174}"/>
              </a:ext>
            </a:extLst>
          </p:cNvPr>
          <p:cNvSpPr txBox="1">
            <a:spLocks/>
          </p:cNvSpPr>
          <p:nvPr/>
        </p:nvSpPr>
        <p:spPr>
          <a:xfrm>
            <a:off x="323208" y="1577954"/>
            <a:ext cx="4490224" cy="24893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car rental processes are slow and prone to human error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keep track of car availability and customer details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to manage rentals and returns efficiently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simple automated solution using core Java and 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3B3A6-7903-51FA-5CD7-535A8086E1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16" b="96861" l="3462" r="98231">
                        <a14:foregroundMark x1="10231" y1="27803" x2="7923" y2="62930"/>
                        <a14:foregroundMark x1="7923" y1="62930" x2="9462" y2="75486"/>
                        <a14:foregroundMark x1="3462" y1="64275" x2="5000" y2="61286"/>
                        <a14:foregroundMark x1="10615" y1="89088" x2="10769" y2="91629"/>
                        <a14:foregroundMark x1="19385" y1="91629" x2="21308" y2="91629"/>
                        <a14:foregroundMark x1="57692" y1="90433" x2="56000" y2="90433"/>
                        <a14:foregroundMark x1="57154" y1="14649" x2="73231" y2="43797"/>
                        <a14:foregroundMark x1="77385" y1="13901" x2="62923" y2="12407"/>
                        <a14:foregroundMark x1="62923" y1="12407" x2="56615" y2="37668"/>
                        <a14:foregroundMark x1="56615" y1="37668" x2="56923" y2="44245"/>
                        <a14:foregroundMark x1="68538" y1="20927" x2="76231" y2="39611"/>
                        <a14:foregroundMark x1="76231" y1="39611" x2="76231" y2="40508"/>
                        <a14:foregroundMark x1="84538" y1="28550" x2="84692" y2="42750"/>
                        <a14:foregroundMark x1="85846" y1="31091" x2="85308" y2="36472"/>
                        <a14:foregroundMark x1="83231" y1="30643" x2="83923" y2="32885"/>
                        <a14:foregroundMark x1="83000" y1="28102" x2="84308" y2="35426"/>
                        <a14:foregroundMark x1="77231" y1="20179" x2="77903" y2="94729"/>
                        <a14:foregroundMark x1="77732" y1="94209" x2="77231" y2="86846"/>
                        <a14:foregroundMark x1="70615" y1="46039" x2="70846" y2="50075"/>
                        <a14:foregroundMark x1="69692" y1="92676" x2="59923" y2="91928"/>
                        <a14:foregroundMark x1="55231" y1="20179" x2="55846" y2="37668"/>
                        <a14:foregroundMark x1="30462" y1="13602" x2="25385" y2="15097"/>
                        <a14:foregroundMark x1="23154" y1="26009" x2="28615" y2="39013"/>
                        <a14:foregroundMark x1="28077" y1="47534" x2="28077" y2="47534"/>
                        <a14:foregroundMark x1="28077" y1="47534" x2="28077" y2="47534"/>
                        <a14:foregroundMark x1="92000" y1="59940" x2="94308" y2="76682"/>
                        <a14:foregroundMark x1="98231" y1="72945" x2="98231" y2="76682"/>
                        <a14:foregroundMark x1="94139" y1="93410" x2="93154" y2="92975"/>
                        <a14:foregroundMark x1="20769" y1="83857" x2="16769" y2="82511"/>
                        <a14:foregroundMark x1="55615" y1="83259" x2="59231" y2="83259"/>
                        <a14:foregroundMark x1="82077" y1="91181" x2="80385" y2="91629"/>
                        <a14:foregroundMark x1="87538" y1="88341" x2="88615" y2="90433"/>
                        <a14:foregroundMark x1="81923" y1="87145" x2="81692" y2="90135"/>
                        <a14:foregroundMark x1="28615" y1="16442" x2="28615" y2="23019"/>
                        <a14:foregroundMark x1="73077" y1="70404" x2="73077" y2="76233"/>
                        <a14:backgroundMark x1="78308" y1="95964" x2="78308" y2="95964"/>
                        <a14:backgroundMark x1="78308" y1="95964" x2="77000" y2="95964"/>
                        <a14:backgroundMark x1="93923" y1="94170" x2="94846" y2="93722"/>
                        <a14:backgroundMark x1="78154" y1="95665" x2="76231" y2="956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432" y="1344061"/>
            <a:ext cx="4144714" cy="2723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D03F-1EC3-4CD3-6261-A59E360D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>
            <a:extLst>
              <a:ext uri="{FF2B5EF4-FFF2-40B4-BE49-F238E27FC236}">
                <a16:creationId xmlns:a16="http://schemas.microsoft.com/office/drawing/2014/main" id="{A957BAA3-A01D-0673-D43B-353BC8F8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51" y="163671"/>
            <a:ext cx="4252331" cy="7655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fr-FR" sz="40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B52D833-D881-3B2B-4E05-C26A4D1183CD}"/>
              </a:ext>
            </a:extLst>
          </p:cNvPr>
          <p:cNvSpPr txBox="1">
            <a:spLocks/>
          </p:cNvSpPr>
          <p:nvPr/>
        </p:nvSpPr>
        <p:spPr>
          <a:xfrm>
            <a:off x="178419" y="3546088"/>
            <a:ext cx="4471463" cy="54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018169-57DF-E5CE-795D-A7C3C3EE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56" y="1778784"/>
            <a:ext cx="46502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(JDK 8 or above)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IDE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IntelliJ IDEA / Eclipse / NetBeans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0BA1880-D71F-7869-FA1B-51452D4D2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9" y="3422978"/>
            <a:ext cx="414471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🖥️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/ Linux / macOS/Android OS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laceHolder 1">
            <a:extLst>
              <a:ext uri="{FF2B5EF4-FFF2-40B4-BE49-F238E27FC236}">
                <a16:creationId xmlns:a16="http://schemas.microsoft.com/office/drawing/2014/main" id="{4145AF60-460B-E92C-3E5F-85E26AF01EFD}"/>
              </a:ext>
            </a:extLst>
          </p:cNvPr>
          <p:cNvSpPr txBox="1">
            <a:spLocks/>
          </p:cNvSpPr>
          <p:nvPr/>
        </p:nvSpPr>
        <p:spPr>
          <a:xfrm>
            <a:off x="215589" y="3049538"/>
            <a:ext cx="3442186" cy="6040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fr-FR" sz="2400" b="1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613BCA4D-E29F-CA9B-6251-FDF795DFD378}"/>
              </a:ext>
            </a:extLst>
          </p:cNvPr>
          <p:cNvSpPr txBox="1">
            <a:spLocks/>
          </p:cNvSpPr>
          <p:nvPr/>
        </p:nvSpPr>
        <p:spPr>
          <a:xfrm>
            <a:off x="215589" y="1174719"/>
            <a:ext cx="3442186" cy="6040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fr-FR" sz="2400" b="1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44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118946" y="118946"/>
            <a:ext cx="2453270" cy="5580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Goldman"/>
                <a:cs typeface="Times New Roman" panose="02020603050405020304" pitchFamily="18" charset="0"/>
              </a:rPr>
              <a:t>Modules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395A5-E8C8-F97E-8415-5B91FD8F8F9D}"/>
              </a:ext>
            </a:extLst>
          </p:cNvPr>
          <p:cNvSpPr txBox="1"/>
          <p:nvPr/>
        </p:nvSpPr>
        <p:spPr>
          <a:xfrm>
            <a:off x="74342" y="665463"/>
            <a:ext cx="92017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Class: Car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calculatePrice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days): Calculates total rental price.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rent() /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returnCar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Update car's availability.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Displays car details neatly.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Class: Customer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Stores customer ID and name.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Displays customer info.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Class: Rental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Stores rental info like car, customer, days, and date.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Prints rental summary.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Class: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CarRentalSystem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addCar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addCustomer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Add new entries.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rentCar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returnCar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Rent or return logic.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displayAvailableCars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searchCar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Show or search cars.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viewRentalHistory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Show past rentals.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Class: Main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Entry point. Adds cars and starts the menu.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74C1B-5EDB-8430-B625-B44872D72E1A}"/>
              </a:ext>
            </a:extLst>
          </p:cNvPr>
          <p:cNvSpPr txBox="1"/>
          <p:nvPr/>
        </p:nvSpPr>
        <p:spPr>
          <a:xfrm>
            <a:off x="375386" y="1217595"/>
            <a:ext cx="831141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1.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Used to store cars, customers, and rental history.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Dynamic resizing helps manage runtime data without fixed limits.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2. Searching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Linear Search used for finding customers, cars, and models.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Loops &amp; Conditionals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for loops to iterate through lists.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if conditions for availability checks and choices.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4. Encapsulation &amp; OOP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private fields, public getters/setters for modularity.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5. Date Handling</a:t>
            </a:r>
          </a:p>
          <a:p>
            <a:pPr>
              <a:defRPr sz="18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Java Date class used to record rental time.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CC7A26E-0817-C116-5C0C-38A01A39C3D1}"/>
              </a:ext>
            </a:extLst>
          </p:cNvPr>
          <p:cNvSpPr txBox="1">
            <a:spLocks/>
          </p:cNvSpPr>
          <p:nvPr/>
        </p:nvSpPr>
        <p:spPr>
          <a:xfrm>
            <a:off x="390989" y="562237"/>
            <a:ext cx="5085143" cy="6330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DSA Concepts Used</a:t>
            </a:r>
            <a:endParaRPr lang="en-IN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15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C0E070-C24E-2729-9B5D-FF1BA2AF0A79}"/>
              </a:ext>
            </a:extLst>
          </p:cNvPr>
          <p:cNvSpPr txBox="1"/>
          <p:nvPr/>
        </p:nvSpPr>
        <p:spPr>
          <a:xfrm>
            <a:off x="323386" y="1324971"/>
            <a:ext cx="5638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🧍 → Enters Name → ✅ Becomes Customer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Available Cars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Enters Car ID &amp; Days → 💰 Calculates Price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Rents Car → 📆 Adds to History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🔁 Can Return Car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07728FCD-E891-12BD-8E46-3DF35DD11D96}"/>
              </a:ext>
            </a:extLst>
          </p:cNvPr>
          <p:cNvSpPr txBox="1">
            <a:spLocks/>
          </p:cNvSpPr>
          <p:nvPr/>
        </p:nvSpPr>
        <p:spPr>
          <a:xfrm>
            <a:off x="468351" y="164316"/>
            <a:ext cx="5709425" cy="6988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D46FA-1A87-ABEE-EA27-D90800DAF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7" b="89927" l="8946" r="91054">
                        <a14:foregroundMark x1="60703" y1="33333" x2="84824" y2="39011"/>
                        <a14:foregroundMark x1="90256" y1="33700" x2="91214" y2="43223"/>
                        <a14:foregroundMark x1="91214" y1="43223" x2="87700" y2="53846"/>
                        <a14:foregroundMark x1="49042" y1="13370" x2="50479" y2="17766"/>
                        <a14:foregroundMark x1="35783" y1="19780" x2="51438" y2="18132"/>
                        <a14:foregroundMark x1="8946" y1="75458" x2="9105" y2="80403"/>
                        <a14:foregroundMark x1="21565" y1="30037" x2="26677" y2="29853"/>
                        <a14:foregroundMark x1="26997" y1="29121" x2="34026" y2="30586"/>
                        <a14:foregroundMark x1="50639" y1="34432" x2="50639" y2="344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561" y="1114451"/>
            <a:ext cx="3840660" cy="334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4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5EF77-6CC1-BBF0-293C-02A1E39C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965796" cy="5143500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1A89FCF3-5431-6FB4-6704-46E737AD1BC2}"/>
              </a:ext>
            </a:extLst>
          </p:cNvPr>
          <p:cNvSpPr txBox="1">
            <a:spLocks/>
          </p:cNvSpPr>
          <p:nvPr/>
        </p:nvSpPr>
        <p:spPr>
          <a:xfrm>
            <a:off x="7295712" y="2238423"/>
            <a:ext cx="1629884" cy="6666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40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fr-FR" sz="4000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5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9C7B-78FA-AA58-80A4-A52B5F21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>
            <a:extLst>
              <a:ext uri="{FF2B5EF4-FFF2-40B4-BE49-F238E27FC236}">
                <a16:creationId xmlns:a16="http://schemas.microsoft.com/office/drawing/2014/main" id="{EC12E8D7-DE30-0ED9-6C28-8888B83C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058" y="1948491"/>
            <a:ext cx="1784196" cy="705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&amp;</a:t>
            </a:r>
            <a:endParaRPr lang="fr-FR" sz="4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4F584-3132-D51F-9495-DD43EA17F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65401" cy="5143500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4BDF3089-CD56-AC08-0D16-3FE5EB3F2DB3}"/>
              </a:ext>
            </a:extLst>
          </p:cNvPr>
          <p:cNvSpPr txBox="1">
            <a:spLocks/>
          </p:cNvSpPr>
          <p:nvPr/>
        </p:nvSpPr>
        <p:spPr>
          <a:xfrm>
            <a:off x="7426712" y="2609388"/>
            <a:ext cx="1605775" cy="7054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fr-FR" sz="3600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8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3B17D-921A-4F12-CE0B-EA630E2A2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502" b="95820" l="4323" r="96053">
                        <a14:foregroundMark x1="6955" y1="4823" x2="7895" y2="85531"/>
                        <a14:foregroundMark x1="94925" y1="7074" x2="87594" y2="21543"/>
                        <a14:foregroundMark x1="87594" y1="21543" x2="53195" y2="56592"/>
                        <a14:foregroundMark x1="53195" y1="56592" x2="49436" y2="58521"/>
                        <a14:foregroundMark x1="42293" y1="14469" x2="87406" y2="60772"/>
                        <a14:foregroundMark x1="94737" y1="11254" x2="96053" y2="36334"/>
                        <a14:foregroundMark x1="96053" y1="36334" x2="94361" y2="47910"/>
                        <a14:foregroundMark x1="94361" y1="47910" x2="94549" y2="68167"/>
                        <a14:foregroundMark x1="91917" y1="80386" x2="48496" y2="80386"/>
                        <a14:foregroundMark x1="46241" y1="27653" x2="43985" y2="71383"/>
                        <a14:foregroundMark x1="56203" y1="67203" x2="44173" y2="84887"/>
                        <a14:foregroundMark x1="44173" y1="84887" x2="43985" y2="85209"/>
                        <a14:foregroundMark x1="94173" y1="79421" x2="72368" y2="81350"/>
                        <a14:foregroundMark x1="50376" y1="27974" x2="51692" y2="53055"/>
                        <a14:foregroundMark x1="51692" y1="53055" x2="51880" y2="53376"/>
                        <a14:foregroundMark x1="17105" y1="30547" x2="17857" y2="68167"/>
                        <a14:foregroundMark x1="17857" y1="68167" x2="23496" y2="83601"/>
                        <a14:foregroundMark x1="27632" y1="25723" x2="28947" y2="89711"/>
                        <a14:foregroundMark x1="91729" y1="85209" x2="74060" y2="80707"/>
                        <a14:foregroundMark x1="21053" y1="53376" x2="22180" y2="65273"/>
                        <a14:foregroundMark x1="81015" y1="84244" x2="35338" y2="85531"/>
                        <a14:foregroundMark x1="6015" y1="83280" x2="11654" y2="90997"/>
                        <a14:foregroundMark x1="11654" y1="90997" x2="16917" y2="87781"/>
                        <a14:foregroundMark x1="16917" y1="87781" x2="17105" y2="86495"/>
                        <a14:foregroundMark x1="5827" y1="75884" x2="5075" y2="78457"/>
                        <a14:foregroundMark x1="23496" y1="33119" x2="23496" y2="31190"/>
                        <a14:foregroundMark x1="22368" y1="39871" x2="18985" y2="63023"/>
                        <a14:foregroundMark x1="18985" y1="63023" x2="18609" y2="63987"/>
                        <a14:foregroundMark x1="15602" y1="54984" x2="15602" y2="73312"/>
                        <a14:foregroundMark x1="17857" y1="72026" x2="30451" y2="50804"/>
                        <a14:foregroundMark x1="30451" y1="50804" x2="30451" y2="43408"/>
                        <a14:foregroundMark x1="30639" y1="51447" x2="31579" y2="82958"/>
                        <a14:foregroundMark x1="42105" y1="89068" x2="53947" y2="88103"/>
                        <a14:foregroundMark x1="53947" y1="88103" x2="55639" y2="88424"/>
                        <a14:foregroundMark x1="43797" y1="11897" x2="70301" y2="13826"/>
                        <a14:foregroundMark x1="70301" y1="13826" x2="75940" y2="12219"/>
                        <a14:foregroundMark x1="84398" y1="4502" x2="68609" y2="70418"/>
                        <a14:foregroundMark x1="90789" y1="31190" x2="84023" y2="45659"/>
                        <a14:foregroundMark x1="84023" y1="45659" x2="68609" y2="61736"/>
                        <a14:foregroundMark x1="68609" y1="61736" x2="53571" y2="60129"/>
                        <a14:foregroundMark x1="52820" y1="51447" x2="53383" y2="79100"/>
                        <a14:foregroundMark x1="44173" y1="25402" x2="51692" y2="35048"/>
                        <a14:foregroundMark x1="63910" y1="26045" x2="80451" y2="51447"/>
                        <a14:foregroundMark x1="80451" y1="51447" x2="81767" y2="64630"/>
                        <a14:foregroundMark x1="81767" y1="64630" x2="69361" y2="68810"/>
                        <a14:foregroundMark x1="69361" y1="68810" x2="64286" y2="64309"/>
                        <a14:foregroundMark x1="64286" y1="64309" x2="64474" y2="57878"/>
                        <a14:foregroundMark x1="93797" y1="74277" x2="94737" y2="87460"/>
                        <a14:foregroundMark x1="94737" y1="87460" x2="58459" y2="87138"/>
                        <a14:foregroundMark x1="58459" y1="87138" x2="46805" y2="84244"/>
                        <a14:foregroundMark x1="32707" y1="28939" x2="27068" y2="41158"/>
                        <a14:foregroundMark x1="4511" y1="79743" x2="5451" y2="89711"/>
                        <a14:foregroundMark x1="5451" y1="89711" x2="9586" y2="95498"/>
                        <a14:foregroundMark x1="9586" y1="95498" x2="15602" y2="94212"/>
                        <a14:foregroundMark x1="15602" y1="94212" x2="17105" y2="89711"/>
                        <a14:foregroundMark x1="4511" y1="80386" x2="4699" y2="86817"/>
                        <a14:foregroundMark x1="10338" y1="95820" x2="13158" y2="94855"/>
                        <a14:foregroundMark x1="5639" y1="90675" x2="7143" y2="94212"/>
                        <a14:foregroundMark x1="49060" y1="57556" x2="59398" y2="64952"/>
                        <a14:foregroundMark x1="46992" y1="60129" x2="55639" y2="69453"/>
                        <a14:foregroundMark x1="55639" y1="69453" x2="68421" y2="67524"/>
                        <a14:foregroundMark x1="68421" y1="67524" x2="81767" y2="74920"/>
                        <a14:foregroundMark x1="81767" y1="74920" x2="84398" y2="66881"/>
                        <a14:foregroundMark x1="84398" y1="66881" x2="82895" y2="46945"/>
                        <a14:foregroundMark x1="82895" y1="46945" x2="78195" y2="31190"/>
                        <a14:foregroundMark x1="78195" y1="31190" x2="71429" y2="21543"/>
                        <a14:foregroundMark x1="71429" y1="21543" x2="65226" y2="18006"/>
                        <a14:foregroundMark x1="65226" y1="18006" x2="64662" y2="33441"/>
                        <a14:foregroundMark x1="64662" y1="33441" x2="76128" y2="46624"/>
                        <a14:foregroundMark x1="76128" y1="46624" x2="82519" y2="43408"/>
                        <a14:foregroundMark x1="82519" y1="43408" x2="86842" y2="59164"/>
                        <a14:foregroundMark x1="86842" y1="59164" x2="85150" y2="68489"/>
                        <a14:foregroundMark x1="85150" y1="68489" x2="80827" y2="74920"/>
                        <a14:foregroundMark x1="80827" y1="74920" x2="93797" y2="67203"/>
                        <a14:foregroundMark x1="93797" y1="67203" x2="91729" y2="57556"/>
                        <a14:foregroundMark x1="91729" y1="57556" x2="82519" y2="39550"/>
                        <a14:foregroundMark x1="82519" y1="39550" x2="45113" y2="39228"/>
                        <a14:foregroundMark x1="45113" y1="39228" x2="34211" y2="51447"/>
                        <a14:foregroundMark x1="34211" y1="51447" x2="44737" y2="42765"/>
                        <a14:foregroundMark x1="44737" y1="42765" x2="42105" y2="66881"/>
                        <a14:foregroundMark x1="42105" y1="66881" x2="23120" y2="36656"/>
                        <a14:foregroundMark x1="23120" y1="36656" x2="24436" y2="27331"/>
                        <a14:foregroundMark x1="24436" y1="27331" x2="29323" y2="16077"/>
                        <a14:foregroundMark x1="29323" y1="16077" x2="33647" y2="22830"/>
                        <a14:foregroundMark x1="33647" y1="22830" x2="42857" y2="28617"/>
                        <a14:foregroundMark x1="42857" y1="28617" x2="54511" y2="18971"/>
                        <a14:foregroundMark x1="54511" y1="18971" x2="63910" y2="20900"/>
                        <a14:foregroundMark x1="63910" y1="20900" x2="85338" y2="40193"/>
                        <a14:foregroundMark x1="85338" y1="40193" x2="88910" y2="50482"/>
                        <a14:foregroundMark x1="88910" y1="50482" x2="88910" y2="50482"/>
                        <a14:backgroundMark x1="16165" y1="94855" x2="16729" y2="938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61" y="237893"/>
            <a:ext cx="8202945" cy="479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7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951A-8ED2-8BEA-6928-0AEA7F74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0EBD118E-1449-347B-3853-98BC3B1C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75" y="506227"/>
            <a:ext cx="3040856" cy="63178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fr-FR" sz="40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40080-712C-F693-6773-3F825A2369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167" r="90000">
                        <a14:foregroundMark x1="43917" y1="19750" x2="43917" y2="19750"/>
                        <a14:foregroundMark x1="8167" y1="39833" x2="8167" y2="39833"/>
                        <a14:foregroundMark x1="54250" y1="73167" x2="54250" y2="73167"/>
                        <a14:foregroundMark x1="54250" y1="72583" x2="54250" y2="70917"/>
                        <a14:foregroundMark x1="54667" y1="78250" x2="54667" y2="76250"/>
                        <a14:foregroundMark x1="50167" y1="73583" x2="53250" y2="78250"/>
                        <a14:foregroundMark x1="55667" y1="78250" x2="59583" y2="66917"/>
                        <a14:foregroundMark x1="51250" y1="60000" x2="56083" y2="6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4391"/>
            <a:ext cx="4490224" cy="449022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5BCCDDC6-E994-02F7-E24B-B235B547BC76}"/>
              </a:ext>
            </a:extLst>
          </p:cNvPr>
          <p:cNvSpPr txBox="1">
            <a:spLocks/>
          </p:cNvSpPr>
          <p:nvPr/>
        </p:nvSpPr>
        <p:spPr>
          <a:xfrm>
            <a:off x="312234" y="1397619"/>
            <a:ext cx="4490224" cy="29726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✅</a:t>
            </a:r>
            <a:r>
              <a:rPr lang="en-US" sz="1600" dirty="0"/>
              <a:t>Simple and easy to use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✅ Good use of OOP concepts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✅ Tracks rentals and customers efficiently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✅ Easy to extend or upgrade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✅ Realistic features like price calculation and car 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748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855E-4EBC-3A52-D619-E2B3A8B3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8A0459FE-1AF2-7DD8-5B67-162B38B1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33" y="483339"/>
            <a:ext cx="3620720" cy="63178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fr-FR" sz="40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FD5BA-3B08-B35A-A720-A760A82DF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167" r="90000">
                        <a14:foregroundMark x1="43917" y1="19750" x2="43917" y2="19750"/>
                        <a14:foregroundMark x1="8167" y1="39833" x2="8167" y2="39833"/>
                        <a14:foregroundMark x1="54250" y1="73167" x2="54250" y2="73167"/>
                        <a14:foregroundMark x1="54250" y1="72583" x2="54250" y2="70917"/>
                        <a14:foregroundMark x1="54667" y1="78250" x2="54667" y2="76250"/>
                        <a14:foregroundMark x1="50167" y1="73583" x2="53250" y2="78250"/>
                        <a14:foregroundMark x1="55667" y1="78250" x2="59583" y2="66917"/>
                        <a14:foregroundMark x1="51250" y1="60000" x2="56083" y2="6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0579"/>
            <a:ext cx="4490224" cy="449022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43A64424-502F-B02D-E4FD-FF32054BF9E3}"/>
              </a:ext>
            </a:extLst>
          </p:cNvPr>
          <p:cNvSpPr txBox="1">
            <a:spLocks/>
          </p:cNvSpPr>
          <p:nvPr/>
        </p:nvSpPr>
        <p:spPr>
          <a:xfrm>
            <a:off x="550125" y="1241503"/>
            <a:ext cx="4490224" cy="318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GUI – only text-based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Data is lost when program exits (no file/database storage)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Can’t handle multiple users at the same time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No authentication or security features</a:t>
            </a:r>
          </a:p>
        </p:txBody>
      </p:sp>
    </p:spTree>
    <p:extLst>
      <p:ext uri="{BB962C8B-B14F-4D97-AF65-F5344CB8AC3E}">
        <p14:creationId xmlns:p14="http://schemas.microsoft.com/office/powerpoint/2010/main" val="2608563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67;p31"/>
          <p:cNvPicPr/>
          <p:nvPr/>
        </p:nvPicPr>
        <p:blipFill>
          <a:blip r:embed="rId2"/>
          <a:srcRect l="30802" r="32938"/>
          <a:stretch/>
        </p:blipFill>
        <p:spPr>
          <a:xfrm>
            <a:off x="0" y="0"/>
            <a:ext cx="2969640" cy="5142960"/>
          </a:xfrm>
          <a:prstGeom prst="rect">
            <a:avLst/>
          </a:prstGeom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152880" y="304920"/>
            <a:ext cx="591480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strike="noStrike" spc="-1" dirty="0">
                <a:solidFill>
                  <a:schemeClr val="dk1"/>
                </a:solidFill>
                <a:latin typeface="Goldman"/>
                <a:ea typeface="Goldman"/>
              </a:rPr>
              <a:t>Conclusions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3CDB-E60C-6671-9BA0-83719743B7E0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3512820" y="1424733"/>
            <a:ext cx="441198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and functional car rental platform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core Java.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use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 and DSA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solving real-world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easily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rent, return, and manage cars and customer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enhanced further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GUI, database integration, and login systems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EE0BCA-8976-782C-4142-E7F266A1656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4703" y="1845681"/>
            <a:ext cx="1981200" cy="655058"/>
          </a:xfrm>
        </p:spPr>
        <p:txBody>
          <a:bodyPr/>
          <a:lstStyle/>
          <a:p>
            <a:pPr marL="0" indent="0" algn="just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AB3FCE-D794-FBF3-58CE-4CC32A0A3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4" b="92754" l="8152" r="91848">
                        <a14:foregroundMark x1="9511" y1="17572" x2="27582" y2="89130"/>
                        <a14:foregroundMark x1="9103" y1="18841" x2="10575" y2="91622"/>
                        <a14:foregroundMark x1="10870" y1="18297" x2="21332" y2="20290"/>
                        <a14:foregroundMark x1="21332" y1="20290" x2="28940" y2="27174"/>
                        <a14:foregroundMark x1="28940" y1="27174" x2="26766" y2="36232"/>
                        <a14:foregroundMark x1="30842" y1="21196" x2="25543" y2="20290"/>
                        <a14:foregroundMark x1="8288" y1="53986" x2="8424" y2="59420"/>
                        <a14:foregroundMark x1="28533" y1="56522" x2="29348" y2="58152"/>
                        <a14:foregroundMark x1="33016" y1="71014" x2="30707" y2="71196"/>
                        <a14:foregroundMark x1="38859" y1="14674" x2="40761" y2="79167"/>
                        <a14:foregroundMark x1="37908" y1="56884" x2="40217" y2="70833"/>
                        <a14:foregroundMark x1="40217" y1="70833" x2="39130" y2="84783"/>
                        <a14:foregroundMark x1="37500" y1="80435" x2="43886" y2="85688"/>
                        <a14:foregroundMark x1="43886" y1="85688" x2="52038" y2="85507"/>
                        <a14:foregroundMark x1="52038" y1="85507" x2="55027" y2="85688"/>
                        <a14:foregroundMark x1="37772" y1="82790" x2="41576" y2="86413"/>
                        <a14:foregroundMark x1="38315" y1="14493" x2="56114" y2="15761"/>
                        <a14:foregroundMark x1="56114" y1="15761" x2="60190" y2="25362"/>
                        <a14:foregroundMark x1="60190" y1="25362" x2="59647" y2="29891"/>
                        <a14:foregroundMark x1="80842" y1="10326" x2="71060" y2="11232"/>
                        <a14:foregroundMark x1="71060" y1="11232" x2="69701" y2="66848"/>
                        <a14:foregroundMark x1="84375" y1="10870" x2="91712" y2="12319"/>
                        <a14:foregroundMark x1="91712" y1="12319" x2="91848" y2="12862"/>
                        <a14:foregroundMark x1="67255" y1="77899" x2="68478" y2="79710"/>
                        <a14:foregroundMark x1="68342" y1="82065" x2="79620" y2="79348"/>
                        <a14:foregroundMark x1="79620" y1="79348" x2="87364" y2="80978"/>
                        <a14:foregroundMark x1="87364" y1="80978" x2="88859" y2="80978"/>
                        <a14:backgroundMark x1="9918" y1="92935" x2="11821" y2="931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214" y="0"/>
            <a:ext cx="6571785" cy="51435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3FAEEBF-E189-C8A4-EA57-82258E9B8269}"/>
              </a:ext>
            </a:extLst>
          </p:cNvPr>
          <p:cNvSpPr txBox="1">
            <a:spLocks/>
          </p:cNvSpPr>
          <p:nvPr/>
        </p:nvSpPr>
        <p:spPr>
          <a:xfrm>
            <a:off x="1025912" y="2500739"/>
            <a:ext cx="1981200" cy="6550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dirty="0"/>
              <a:t>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062422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628</Words>
  <Application>Microsoft Office PowerPoint</Application>
  <PresentationFormat>On-screen Show (16:9)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24</vt:i4>
      </vt:variant>
      <vt:variant>
        <vt:lpstr>Slide Titles</vt:lpstr>
      </vt:variant>
      <vt:variant>
        <vt:i4>14</vt:i4>
      </vt:variant>
    </vt:vector>
  </HeadingPairs>
  <TitlesOfParts>
    <vt:vector size="44" baseType="lpstr">
      <vt:lpstr>Arial</vt:lpstr>
      <vt:lpstr>Goldman</vt:lpstr>
      <vt:lpstr>OpenSymbol</vt:lpstr>
      <vt:lpstr>Symbol</vt:lpstr>
      <vt:lpstr>Times New Roman</vt:lpstr>
      <vt:lpstr>Wingdings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Technology Innovations by Slidesgo</vt:lpstr>
      <vt:lpstr>Slidesgo Final Pages</vt:lpstr>
      <vt:lpstr>Slidesgo Final Pages</vt:lpstr>
      <vt:lpstr>Slidesgo Final Pages</vt:lpstr>
      <vt:lpstr>PowerPoint Presentation</vt:lpstr>
      <vt:lpstr>Introduction</vt:lpstr>
      <vt:lpstr>Problem Statement</vt:lpstr>
      <vt:lpstr>Technologies Used</vt:lpstr>
      <vt:lpstr>Modules</vt:lpstr>
      <vt:lpstr>PowerPoint Presentation</vt:lpstr>
      <vt:lpstr>PowerPoint Presentation</vt:lpstr>
      <vt:lpstr>PowerPoint Presentation</vt:lpstr>
      <vt:lpstr>Input &amp;</vt:lpstr>
      <vt:lpstr>PowerPoint Presentation</vt:lpstr>
      <vt:lpstr>Advantages</vt:lpstr>
      <vt:lpstr>Disadvantages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Sanjith MS</cp:lastModifiedBy>
  <cp:revision>9</cp:revision>
  <dcterms:modified xsi:type="dcterms:W3CDTF">2025-06-28T06:56:49Z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2025-06-27T06:37:52Z</dcterms:created>
  <dc:creator>Unknown Creator</dc:creator>
  <dc:description/>
  <dc:language>en-US</dc:language>
  <cp:lastModifiedBy>Unknown Creator</cp:lastModifiedBy>
  <dcterms:modified xsi:type="dcterms:W3CDTF">2025-06-27T06:37:52Z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